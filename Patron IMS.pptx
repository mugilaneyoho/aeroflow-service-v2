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8_389F7618.xml" ContentType="application/vnd.ms-powerpoint.comment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D697B9-F329-4821-F4BA-420C940C8D9D}" name="Mugilane Sdm" initials="MS" userId="8c2166308e19ed2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modernComment_108_389F761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3652488-9D91-40A6-8522-ED3025E5D1E2}" authorId="{96D697B9-F329-4821-F4BA-420C940C8D9D}" created="2026-09-02T07:06:01.172">
    <pc:sldMkLst xmlns:pc="http://schemas.microsoft.com/office/powerpoint/2013/main/command">
      <pc:docMk/>
      <pc:sldMk cId="949974552" sldId="264"/>
    </pc:sldMkLst>
    <p188:txBody>
      <a:bodyPr/>
      <a:lstStyle/>
      <a:p>
        <a:r>
          <a:rPr lang="en-IN"/>
          <a:t>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8E0576-BCAF-4745-A956-A354B088BB8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5B4DE-715A-4864-90D0-12CC88F01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719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4DE-715A-4864-90D0-12CC88F01BC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519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261B3-B4A2-F0E3-4F7A-3F8F25705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1985C6-4210-2FE7-3558-1D0520C00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37B5C-ABA8-AFDE-34D5-E847B281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9377-B894-469D-BE11-035BAE295656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443EC-193F-88CD-9932-28AECF74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92D71-FE93-3495-48B4-8ED84B0DB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3D3-4B93-4DE6-8A2A-A3A082395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11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322A9-6C85-F832-DBC0-92D36BA41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109A9-6454-88C8-0023-58419D1AF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B0213-FB3D-2132-F1CA-E2DF63205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9377-B894-469D-BE11-035BAE295656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3A7A4-D30B-0798-7AE8-F93C7926E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41077-BCEF-EC37-D35F-8F332DDEE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3D3-4B93-4DE6-8A2A-A3A082395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536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261B-47AA-1C3C-BDEB-3FEC9264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AC599-0A18-C432-CB6F-B68C29CA9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13702-A2BD-E032-6DF6-8E2B7FBDD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9377-B894-469D-BE11-035BAE295656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339EC-1170-D2EA-18ED-FBD04110B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B6323-C990-4297-F31C-8299C00ED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3D3-4B93-4DE6-8A2A-A3A082395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023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31475-47A8-C93A-F53F-670B63CC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A3972-8C96-E2DF-45E4-20087780C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659CC-4429-D2AE-39F8-E9EAC2ACB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376C0-A434-6278-BFC1-D679E0823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9377-B894-469D-BE11-035BAE295656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28C30-D443-0109-C2FF-BFA7628A6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2A757-9027-3514-81A8-8A075AD37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3D3-4B93-4DE6-8A2A-A3A082395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107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DD3EC-5157-D7B8-AF3C-77A9459B7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CF37D-8EC4-1139-413D-88EC60222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71A30-E043-1658-F044-FF628BC7C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7B4A3C-2AEA-A7B2-74DD-52B4BF33F5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A41D2-1FC4-296A-2565-7E66D845E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6C2C98-90FF-CD12-6249-8C35D3D60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9377-B894-469D-BE11-035BAE295656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B6C78D-626D-FB1D-6D6E-28362D274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F9289A-5A91-18F9-C39C-93D32625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3D3-4B93-4DE6-8A2A-A3A082395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881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61241-673E-4572-9DCC-779B870D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3EC6AC-4978-D618-F7E6-094359F67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9377-B894-469D-BE11-035BAE295656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B6AF1-E614-F9D4-7449-67C86780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1FCB39-7BE2-8F8E-2E2A-7E657019E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3D3-4B93-4DE6-8A2A-A3A082395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184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5BB9B-065B-E660-9E47-2C11C8EA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9377-B894-469D-BE11-035BAE295656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0E7A0E-7EC4-F27D-C2C1-B97ADB444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EEE9C-AD21-EB43-65C2-42D30D63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3D3-4B93-4DE6-8A2A-A3A082395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108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D2565-0761-30A8-8EF1-864FD99EB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9803F-ECE8-8D29-4776-91E5A101D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BE50A-2B9C-8240-3E3F-9DBA55AA4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A3EC5-8105-9393-F9E2-16278F4F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9377-B894-469D-BE11-035BAE295656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090266-F2BF-8441-3536-05F6250E1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B5D20-E8A2-C599-75A9-19E0507B6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3D3-4B93-4DE6-8A2A-A3A082395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112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9EC23-91D1-C274-9F9C-00327FEA7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B51F5C-7166-13CF-4123-944E88C47E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7D254-5474-B644-4EBB-DE720E406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08CB6-AFE2-24A0-98A7-1E47D9F5E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9377-B894-469D-BE11-035BAE295656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83679-164B-3EB3-8410-DEF5F6D52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4698A-5613-A155-60BB-4ACD7335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3D3-4B93-4DE6-8A2A-A3A082395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993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46C4D-4D30-DF50-FC1E-4CDB2B32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EA4C05-069D-7A79-0B40-41B12A769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3C278-9F7A-40BC-C605-B7DAFD1F2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9377-B894-469D-BE11-035BAE295656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17F5E-5B31-083A-4B23-8B157D809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5297A-5335-A6FA-AFBD-CBD127531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3D3-4B93-4DE6-8A2A-A3A082395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38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F627F1-CBB2-090B-AC05-C48A5D804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2FEBF-E999-697E-BA2F-5B736E12A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AC0F0-7115-135F-A860-22CAEC683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9377-B894-469D-BE11-035BAE295656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3C4F3-0797-E5AD-20AF-3EB4DBDFD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8EE0C-1627-149E-9B4C-734475CD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3D3-4B93-4DE6-8A2A-A3A082395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538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01AC8-2D9B-4730-12E8-4C801FA02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71AB5-A2AF-AE0F-763C-4E8EAACAE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AD6CA-D324-9DAE-CBD6-9E8886290E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D9377-B894-469D-BE11-035BAE295656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64B74-0028-C9A0-20D3-12FAA2571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5817C-2A92-39D6-553F-646D3780FF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B93D3-4B93-4DE6-8A2A-A3A082395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94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8_389F761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D3EF-54ED-BD8B-4F5F-33CFD64E3B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Patron IMS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ED6D5-1CEA-6850-4618-CB4D521EF3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Institute management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3519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57083-89A4-A765-1F9E-03C0FA2E5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Users and panels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9FCD7-15B9-F3B2-BF80-335057414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TELE-ADMIN and TELECALLER – </a:t>
            </a:r>
            <a:r>
              <a:rPr lang="en-IN" dirty="0" err="1"/>
              <a:t>telecalling</a:t>
            </a:r>
            <a:r>
              <a:rPr lang="en-IN" dirty="0"/>
              <a:t> web portal / </a:t>
            </a:r>
            <a:r>
              <a:rPr lang="en-IN" dirty="0" err="1"/>
              <a:t>telecaller</a:t>
            </a:r>
            <a:r>
              <a:rPr lang="en-IN" dirty="0"/>
              <a:t> app</a:t>
            </a:r>
          </a:p>
          <a:p>
            <a:r>
              <a:rPr lang="en-IN" dirty="0"/>
              <a:t>HOD – hod web portal</a:t>
            </a:r>
          </a:p>
          <a:p>
            <a:r>
              <a:rPr lang="en-IN" dirty="0"/>
              <a:t>STAFF – staff web portal</a:t>
            </a:r>
          </a:p>
          <a:p>
            <a:r>
              <a:rPr lang="en-IN" dirty="0"/>
              <a:t>STUDENT – student web portal / student app</a:t>
            </a:r>
          </a:p>
          <a:p>
            <a:r>
              <a:rPr lang="en-IN" dirty="0"/>
              <a:t>RECEPTION – reception web portal / reception app </a:t>
            </a:r>
          </a:p>
          <a:p>
            <a:r>
              <a:rPr lang="en-IN" dirty="0"/>
              <a:t>MASTER and ADMIN – master web portal</a:t>
            </a:r>
          </a:p>
        </p:txBody>
      </p:sp>
    </p:spTree>
    <p:extLst>
      <p:ext uri="{BB962C8B-B14F-4D97-AF65-F5344CB8AC3E}">
        <p14:creationId xmlns:p14="http://schemas.microsoft.com/office/powerpoint/2010/main" val="1510783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4DA9-85E6-1DF5-2E36-C06C71C5D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Telecalling</a:t>
            </a:r>
            <a:r>
              <a:rPr lang="en-IN" dirty="0"/>
              <a:t> web portal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E7C78-FB01-FD67-1AE5-D436196C0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ADMIN to create new </a:t>
            </a:r>
            <a:r>
              <a:rPr lang="en-IN" dirty="0" err="1"/>
              <a:t>telecaller</a:t>
            </a:r>
            <a:endParaRPr lang="en-IN" dirty="0"/>
          </a:p>
          <a:p>
            <a:r>
              <a:rPr lang="en-IN" dirty="0"/>
              <a:t>ADMIN can upload new leads via excel/csv file and insert single lead for specific </a:t>
            </a:r>
            <a:r>
              <a:rPr lang="en-IN" dirty="0" err="1"/>
              <a:t>telecaller</a:t>
            </a:r>
            <a:r>
              <a:rPr lang="en-IN" dirty="0"/>
              <a:t>.</a:t>
            </a:r>
          </a:p>
          <a:p>
            <a:r>
              <a:rPr lang="en-IN" dirty="0"/>
              <a:t>ADMIN can monitor the leads status and </a:t>
            </a:r>
            <a:r>
              <a:rPr lang="en-IN" dirty="0" err="1"/>
              <a:t>telecaller</a:t>
            </a:r>
            <a:r>
              <a:rPr lang="en-IN" dirty="0"/>
              <a:t> status and admitted leads.</a:t>
            </a:r>
          </a:p>
          <a:p>
            <a:r>
              <a:rPr lang="en-IN" dirty="0"/>
              <a:t>TELECALLER to update the lead status.</a:t>
            </a:r>
          </a:p>
          <a:p>
            <a:r>
              <a:rPr lang="en-IN" dirty="0"/>
              <a:t>TELECALLER to admitted the </a:t>
            </a:r>
            <a:r>
              <a:rPr lang="en-IN" dirty="0" err="1"/>
              <a:t>intrested</a:t>
            </a:r>
            <a:r>
              <a:rPr lang="en-IN" dirty="0"/>
              <a:t> student, to completed there admission process.</a:t>
            </a:r>
          </a:p>
        </p:txBody>
      </p:sp>
    </p:spTree>
    <p:extLst>
      <p:ext uri="{BB962C8B-B14F-4D97-AF65-F5344CB8AC3E}">
        <p14:creationId xmlns:p14="http://schemas.microsoft.com/office/powerpoint/2010/main" val="1496678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EBAF7-DFF7-EFC1-1921-382525C0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Telecalling</a:t>
            </a:r>
            <a:r>
              <a:rPr lang="en-IN" dirty="0"/>
              <a:t> mobile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BB1E3-041B-DB8E-79B7-A2970A189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Telecalling</a:t>
            </a:r>
            <a:r>
              <a:rPr lang="en-IN" dirty="0"/>
              <a:t> mobile app for TELECELLER.</a:t>
            </a:r>
          </a:p>
          <a:p>
            <a:r>
              <a:rPr lang="en-IN" dirty="0"/>
              <a:t>Its easy to access calling and updated leads status better than web.</a:t>
            </a:r>
          </a:p>
          <a:p>
            <a:r>
              <a:rPr lang="en-IN" dirty="0"/>
              <a:t>Its helpful to use without laptop.</a:t>
            </a:r>
          </a:p>
          <a:p>
            <a:r>
              <a:rPr lang="en-IN" dirty="0"/>
              <a:t>TELE-ADMIN also access the application to view lead status and admitted status.</a:t>
            </a:r>
          </a:p>
        </p:txBody>
      </p:sp>
    </p:spTree>
    <p:extLst>
      <p:ext uri="{BB962C8B-B14F-4D97-AF65-F5344CB8AC3E}">
        <p14:creationId xmlns:p14="http://schemas.microsoft.com/office/powerpoint/2010/main" val="4027304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44A8C-021B-FF03-7E96-EC997DBE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Hod web portal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24327-5B2F-E3A4-A5F9-61F5E0E91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HOD to create a new course, batch, and staff.</a:t>
            </a:r>
          </a:p>
          <a:p>
            <a:r>
              <a:rPr lang="en-IN" dirty="0"/>
              <a:t>HOD to schedule the daily classes for every batch.</a:t>
            </a:r>
          </a:p>
          <a:p>
            <a:r>
              <a:rPr lang="en-IN" dirty="0"/>
              <a:t>HOD to monitor the student and staff activity.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7516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2EA39-BE40-2D24-AE52-8008C319F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Staff web portal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AF897-D92E-ABF5-9007-B2A5FBBCA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STAFF, join and conducted there schedule classes.</a:t>
            </a:r>
          </a:p>
          <a:p>
            <a:r>
              <a:rPr lang="en-IN" dirty="0"/>
              <a:t>STAFF, upload there conducted classes attendance report and notes.</a:t>
            </a:r>
          </a:p>
          <a:p>
            <a:r>
              <a:rPr lang="en-IN" dirty="0"/>
              <a:t>STAFF, view there attended classes and after edit there uploaded notes.</a:t>
            </a:r>
          </a:p>
        </p:txBody>
      </p:sp>
    </p:spTree>
    <p:extLst>
      <p:ext uri="{BB962C8B-B14F-4D97-AF65-F5344CB8AC3E}">
        <p14:creationId xmlns:p14="http://schemas.microsoft.com/office/powerpoint/2010/main" val="1364093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8E58F-73D2-73B1-2289-BB862E3C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Student web portal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7D6A0-8289-5823-F695-9AAB6F9A1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STUDENT, join and attend there daily classes online students only.</a:t>
            </a:r>
          </a:p>
          <a:p>
            <a:r>
              <a:rPr lang="en-IN" dirty="0"/>
              <a:t>STUDENT, can able to view there daily classes notes and attendance.</a:t>
            </a:r>
          </a:p>
          <a:p>
            <a:r>
              <a:rPr lang="en-IN" dirty="0"/>
              <a:t>STUDENT, can view there fees history</a:t>
            </a:r>
          </a:p>
          <a:p>
            <a:r>
              <a:rPr lang="en-IN" dirty="0"/>
              <a:t>STUDENT, can access there placement status and history of </a:t>
            </a:r>
            <a:r>
              <a:rPr lang="en-IN" dirty="0" err="1"/>
              <a:t>intreviews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0279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C30C3-A333-E7CE-5EAB-FDC6AF1EA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Student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2E6F0-5CF9-B734-0CEE-ABED664A3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STUDENT, join and attend there daily classes online students only.</a:t>
            </a:r>
          </a:p>
          <a:p>
            <a:r>
              <a:rPr lang="en-IN" dirty="0"/>
              <a:t>STUDENT, can able to view there daily classes notes and attendance.</a:t>
            </a:r>
          </a:p>
          <a:p>
            <a:r>
              <a:rPr lang="en-IN" dirty="0"/>
              <a:t>STUDENT, can view there fees history</a:t>
            </a:r>
          </a:p>
          <a:p>
            <a:r>
              <a:rPr lang="en-IN" dirty="0"/>
              <a:t>STUDENT, can access there placement status and history of </a:t>
            </a:r>
            <a:r>
              <a:rPr lang="en-IN" dirty="0" err="1"/>
              <a:t>intrev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550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828E8-2CF6-BC49-3C9E-214D0D645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Reception web portal /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D9D36-E81C-429D-3D67-A459E0BC7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RECEPTION, can update daily meetings for admin.</a:t>
            </a:r>
          </a:p>
          <a:p>
            <a:r>
              <a:rPr lang="en-IN" dirty="0"/>
              <a:t>RECEPTION, to have admin available slot and schedule that slot new meetings.</a:t>
            </a:r>
          </a:p>
          <a:p>
            <a:r>
              <a:rPr lang="en-IN" dirty="0"/>
              <a:t>ADMIN, to update there daily available slot for RECEPTION.</a:t>
            </a:r>
          </a:p>
          <a:p>
            <a:r>
              <a:rPr lang="en-IN" dirty="0"/>
              <a:t>RECEPTION, to update the meeting status after complete or re-schedule the meetings.</a:t>
            </a:r>
          </a:p>
          <a:p>
            <a:r>
              <a:rPr lang="en-IN" dirty="0"/>
              <a:t>ADMIN, to </a:t>
            </a:r>
            <a:r>
              <a:rPr lang="en-IN" dirty="0" err="1"/>
              <a:t>recive</a:t>
            </a:r>
            <a:r>
              <a:rPr lang="en-IN" dirty="0"/>
              <a:t> the notification for meeting time.</a:t>
            </a:r>
          </a:p>
        </p:txBody>
      </p:sp>
    </p:spTree>
    <p:extLst>
      <p:ext uri="{BB962C8B-B14F-4D97-AF65-F5344CB8AC3E}">
        <p14:creationId xmlns:p14="http://schemas.microsoft.com/office/powerpoint/2010/main" val="9499745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0B107-C9E6-2CC6-C807-640878703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Master web portal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107F9-8813-2331-0DCE-04660C860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portal to control and view all the application.</a:t>
            </a:r>
          </a:p>
          <a:p>
            <a:r>
              <a:rPr lang="en-IN" dirty="0" err="1"/>
              <a:t>Additionaly</a:t>
            </a:r>
            <a:r>
              <a:rPr lang="en-IN" dirty="0"/>
              <a:t> to added users, fees and placement management.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1964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</Words>
  <Application>Microsoft Office PowerPoint</Application>
  <PresentationFormat>Widescreen</PresentationFormat>
  <Paragraphs>48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Patron IMS</vt:lpstr>
      <vt:lpstr>Users and panels</vt:lpstr>
      <vt:lpstr>Telecalling web portal</vt:lpstr>
      <vt:lpstr>Telecalling mobile app</vt:lpstr>
      <vt:lpstr>Hod web portal</vt:lpstr>
      <vt:lpstr>Staff web portal</vt:lpstr>
      <vt:lpstr>Student web portal</vt:lpstr>
      <vt:lpstr>Student app</vt:lpstr>
      <vt:lpstr>Reception web portal / app</vt:lpstr>
      <vt:lpstr>Master web portal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Mugilane Sdm</dc:creator>
  <cp:lastModifiedBy>Mugilane Sdm</cp:lastModifiedBy>
  <cp:revision>2</cp:revision>
  <dcterms:created xsi:type="dcterms:W3CDTF">2026-09-02T07:05:53Z</dcterms:created>
  <dcterms:modified xsi:type="dcterms:W3CDTF">2026-09-02T07:06:06Z</dcterms:modified>
</cp:coreProperties>
</file>